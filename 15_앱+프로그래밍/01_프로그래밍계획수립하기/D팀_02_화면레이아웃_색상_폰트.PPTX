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87" r:id="rId2"/>
    <p:sldId id="305" r:id="rId3"/>
    <p:sldId id="308" r:id="rId4"/>
    <p:sldId id="311" r:id="rId5"/>
    <p:sldId id="310" r:id="rId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DE7D7"/>
    <a:srgbClr val="D23228"/>
    <a:srgbClr val="FFAE09"/>
    <a:srgbClr val="EF4136"/>
    <a:srgbClr val="F6647C"/>
    <a:srgbClr val="FBE5D6"/>
    <a:srgbClr val="418595"/>
    <a:srgbClr val="1BADA6"/>
    <a:srgbClr val="63BD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9561" autoAdjust="0"/>
  </p:normalViewPr>
  <p:slideViewPr>
    <p:cSldViewPr snapToGrid="0">
      <p:cViewPr>
        <p:scale>
          <a:sx n="110" d="100"/>
          <a:sy n="110" d="100"/>
        </p:scale>
        <p:origin x="-1242" y="-126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51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1" y="1709744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1" y="4589469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32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54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365129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30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6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04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31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0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75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31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0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26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3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4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40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3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40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40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6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2018-08-29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5" y="6356356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6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93297" y="293300"/>
            <a:ext cx="1147313" cy="11473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 flipV="1">
            <a:off x="815197" y="757802"/>
            <a:ext cx="159588" cy="173851"/>
          </a:xfrm>
          <a:prstGeom prst="line">
            <a:avLst/>
          </a:prstGeom>
          <a:ln>
            <a:solidFill>
              <a:srgbClr val="82BB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7873041" y="4945527"/>
            <a:ext cx="14866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ko-KR" altLang="en-US" sz="1500" spc="-150" dirty="0" smtClean="0">
                <a:solidFill>
                  <a:schemeClr val="bg2">
                    <a:lumMod val="50000"/>
                  </a:schemeClr>
                </a:solidFill>
                <a:latin typeface="산돌고딕B" pitchFamily="50" charset="-127"/>
                <a:ea typeface="산돌고딕B" pitchFamily="50" charset="-127"/>
              </a:rPr>
              <a:t>김종원</a:t>
            </a:r>
            <a:endParaRPr lang="en-US" altLang="ko-KR" sz="1500" spc="-150" dirty="0" smtClean="0">
              <a:solidFill>
                <a:schemeClr val="bg2">
                  <a:lumMod val="5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  <a:p>
            <a:pPr algn="dist"/>
            <a:endParaRPr lang="en-US" altLang="ko-KR" sz="1500" spc="-150" dirty="0" smtClean="0">
              <a:solidFill>
                <a:schemeClr val="bg2">
                  <a:lumMod val="5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  <a:p>
            <a:pPr algn="dist"/>
            <a:r>
              <a:rPr lang="ko-KR" altLang="en-US" sz="1500" spc="-150" dirty="0" err="1" smtClean="0">
                <a:solidFill>
                  <a:schemeClr val="bg2">
                    <a:lumMod val="50000"/>
                  </a:schemeClr>
                </a:solidFill>
                <a:latin typeface="산돌고딕B" pitchFamily="50" charset="-127"/>
                <a:ea typeface="산돌고딕B" pitchFamily="50" charset="-127"/>
              </a:rPr>
              <a:t>남승지</a:t>
            </a:r>
            <a:endParaRPr lang="en-US" altLang="ko-KR" sz="1500" spc="-150" dirty="0" smtClean="0">
              <a:solidFill>
                <a:schemeClr val="bg2">
                  <a:lumMod val="5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  <a:p>
            <a:pPr algn="dist"/>
            <a:endParaRPr lang="en-US" altLang="ko-KR" sz="1500" spc="-150" dirty="0" smtClean="0">
              <a:solidFill>
                <a:schemeClr val="bg2">
                  <a:lumMod val="5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  <a:p>
            <a:pPr algn="dist"/>
            <a:r>
              <a:rPr lang="ko-KR" altLang="en-US" sz="1500" spc="-150" dirty="0" smtClean="0">
                <a:solidFill>
                  <a:schemeClr val="bg2">
                    <a:lumMod val="50000"/>
                  </a:schemeClr>
                </a:solidFill>
                <a:latin typeface="산돌고딕B" pitchFamily="50" charset="-127"/>
                <a:ea typeface="산돌고딕B" pitchFamily="50" charset="-127"/>
              </a:rPr>
              <a:t>조은우</a:t>
            </a:r>
            <a:endParaRPr lang="en-US" altLang="ko-KR" sz="1500" spc="-150" dirty="0" smtClean="0">
              <a:solidFill>
                <a:schemeClr val="bg2">
                  <a:lumMod val="5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  <a:p>
            <a:pPr algn="dist"/>
            <a:endParaRPr lang="en-US" altLang="ko-KR" sz="1500" spc="-150" dirty="0" smtClean="0">
              <a:solidFill>
                <a:schemeClr val="bg2">
                  <a:lumMod val="5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  <a:p>
            <a:pPr algn="dist"/>
            <a:r>
              <a:rPr lang="en-US" altLang="ko-KR" sz="1500" spc="-150" dirty="0" smtClean="0">
                <a:solidFill>
                  <a:schemeClr val="bg2">
                    <a:lumMod val="50000"/>
                  </a:schemeClr>
                </a:solidFill>
                <a:latin typeface="산돌고딕B" pitchFamily="50" charset="-127"/>
                <a:ea typeface="산돌고딕B" pitchFamily="50" charset="-127"/>
              </a:rPr>
              <a:t>D</a:t>
            </a:r>
            <a:r>
              <a:rPr lang="ko-KR" altLang="en-US" sz="1500" spc="-150" dirty="0" smtClean="0">
                <a:solidFill>
                  <a:schemeClr val="bg2">
                    <a:lumMod val="50000"/>
                  </a:schemeClr>
                </a:solidFill>
                <a:latin typeface="산돌고딕B" pitchFamily="50" charset="-127"/>
                <a:ea typeface="산돌고딕B" pitchFamily="50" charset="-127"/>
              </a:rPr>
              <a:t>팀</a:t>
            </a:r>
            <a:endParaRPr lang="en-US" altLang="ko-KR" sz="1500" spc="-150" dirty="0" smtClean="0">
              <a:solidFill>
                <a:schemeClr val="bg2">
                  <a:lumMod val="5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584386" y="1992699"/>
            <a:ext cx="53476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200" spc="-150" dirty="0" smtClean="0">
                <a:solidFill>
                  <a:schemeClr val="bg2">
                    <a:lumMod val="90000"/>
                  </a:schemeClr>
                </a:solidFill>
                <a:latin typeface="산돌고딕B" pitchFamily="50" charset="-127"/>
                <a:ea typeface="산돌고딕B" pitchFamily="50" charset="-127"/>
              </a:rPr>
              <a:t>백주부의 </a:t>
            </a:r>
            <a:endParaRPr lang="en-US" altLang="ko-KR" sz="7200" spc="-150" dirty="0" smtClean="0">
              <a:solidFill>
                <a:schemeClr val="bg2">
                  <a:lumMod val="90000"/>
                </a:schemeClr>
              </a:solidFill>
              <a:latin typeface="산돌고딕B" pitchFamily="50" charset="-127"/>
              <a:ea typeface="산돌고딕B" pitchFamily="50" charset="-127"/>
            </a:endParaRPr>
          </a:p>
          <a:p>
            <a:r>
              <a:rPr lang="en-US" altLang="ko-KR" sz="7200" spc="-150" dirty="0">
                <a:solidFill>
                  <a:schemeClr val="bg2">
                    <a:lumMod val="90000"/>
                  </a:schemeClr>
                </a:solidFill>
                <a:latin typeface="산돌고딕B" pitchFamily="50" charset="-127"/>
                <a:ea typeface="산돌고딕B" pitchFamily="50" charset="-127"/>
              </a:rPr>
              <a:t> </a:t>
            </a:r>
            <a:r>
              <a:rPr lang="en-US" altLang="ko-KR" sz="7200" spc="-150" dirty="0" smtClean="0">
                <a:solidFill>
                  <a:schemeClr val="bg2">
                    <a:lumMod val="90000"/>
                  </a:schemeClr>
                </a:solidFill>
                <a:latin typeface="산돌고딕B" pitchFamily="50" charset="-127"/>
                <a:ea typeface="산돌고딕B" pitchFamily="50" charset="-127"/>
              </a:rPr>
              <a:t>      </a:t>
            </a:r>
            <a:r>
              <a:rPr lang="ko-KR" altLang="en-US" sz="7200" spc="-150" dirty="0" smtClean="0">
                <a:solidFill>
                  <a:schemeClr val="bg2">
                    <a:lumMod val="90000"/>
                  </a:schemeClr>
                </a:solidFill>
                <a:latin typeface="산돌고딕B" pitchFamily="50" charset="-127"/>
                <a:ea typeface="산돌고딕B" pitchFamily="50" charset="-127"/>
              </a:rPr>
              <a:t>참 </a:t>
            </a:r>
            <a:r>
              <a:rPr lang="ko-KR" altLang="en-US" sz="7200" spc="-150" dirty="0" err="1" smtClean="0">
                <a:solidFill>
                  <a:schemeClr val="bg2">
                    <a:lumMod val="90000"/>
                  </a:schemeClr>
                </a:solidFill>
                <a:latin typeface="산돌고딕B" pitchFamily="50" charset="-127"/>
                <a:ea typeface="산돌고딕B" pitchFamily="50" charset="-127"/>
              </a:rPr>
              <a:t>쉽쥬</a:t>
            </a:r>
            <a:r>
              <a:rPr lang="en-US" altLang="ko-KR" sz="7200" spc="-150" dirty="0" smtClean="0">
                <a:solidFill>
                  <a:schemeClr val="bg2">
                    <a:lumMod val="90000"/>
                  </a:schemeClr>
                </a:solidFill>
                <a:latin typeface="산돌고딕B" pitchFamily="50" charset="-127"/>
                <a:ea typeface="산돌고딕B" pitchFamily="50" charset="-127"/>
              </a:rPr>
              <a:t>~? 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524689" y="2018558"/>
            <a:ext cx="53476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2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백주부의 </a:t>
            </a:r>
            <a:endParaRPr lang="en-US" altLang="ko-KR" sz="7200" spc="-15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  <a:p>
            <a:r>
              <a:rPr lang="en-US" altLang="ko-KR" sz="7200" spc="-150" dirty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 </a:t>
            </a:r>
            <a:r>
              <a:rPr lang="en-US" altLang="ko-KR" sz="72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      </a:t>
            </a:r>
            <a:r>
              <a:rPr lang="ko-KR" altLang="en-US" sz="72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참 </a:t>
            </a:r>
            <a:r>
              <a:rPr lang="ko-KR" altLang="en-US" sz="7200" spc="-150" dirty="0" err="1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쉽쥬</a:t>
            </a:r>
            <a:r>
              <a:rPr lang="en-US" altLang="ko-KR" sz="72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~?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96" y="293299"/>
            <a:ext cx="1147313" cy="114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5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621723" y="376169"/>
            <a:ext cx="8884585" cy="5737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293297" y="293300"/>
            <a:ext cx="1147313" cy="11473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1923" y="155278"/>
            <a:ext cx="1535502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01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15197" y="757802"/>
            <a:ext cx="1535502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04</a:t>
            </a:r>
          </a:p>
        </p:txBody>
      </p:sp>
      <p:cxnSp>
        <p:nvCxnSpPr>
          <p:cNvPr id="16" name="직선 연결선 15"/>
          <p:cNvCxnSpPr/>
          <p:nvPr/>
        </p:nvCxnSpPr>
        <p:spPr>
          <a:xfrm flipV="1">
            <a:off x="815197" y="757802"/>
            <a:ext cx="159588" cy="173851"/>
          </a:xfrm>
          <a:prstGeom prst="line">
            <a:avLst/>
          </a:prstGeom>
          <a:ln>
            <a:solidFill>
              <a:srgbClr val="82BB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2493944" y="2893615"/>
            <a:ext cx="1872208" cy="1872208"/>
          </a:xfrm>
          <a:prstGeom prst="ellipse">
            <a:avLst/>
          </a:prstGeom>
          <a:noFill/>
          <a:ln w="1905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4097374" y="2873480"/>
            <a:ext cx="1872208" cy="1872208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700227" y="2879234"/>
            <a:ext cx="1872208" cy="1872208"/>
          </a:xfrm>
          <a:prstGeom prst="ellipse">
            <a:avLst/>
          </a:prstGeom>
          <a:noFill/>
          <a:ln w="1905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682511" y="3544291"/>
            <a:ext cx="153550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1.</a:t>
            </a:r>
            <a:r>
              <a:rPr lang="ko-KR" altLang="en-US" sz="150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레이아웃</a:t>
            </a:r>
            <a:endParaRPr lang="en-US" altLang="ko-KR" sz="150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218013" y="3520413"/>
            <a:ext cx="153550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2.</a:t>
            </a:r>
            <a:r>
              <a:rPr lang="ko-KR" altLang="en-US" sz="150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색상</a:t>
            </a:r>
            <a:endParaRPr lang="en-US" altLang="ko-KR" sz="150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905915" y="3510704"/>
            <a:ext cx="1535502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50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3.</a:t>
            </a:r>
            <a:r>
              <a:rPr lang="ko-KR" altLang="en-US" sz="150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폰트</a:t>
            </a:r>
            <a:endParaRPr lang="en-US" altLang="ko-KR" sz="150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970146" y="1643296"/>
            <a:ext cx="3979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목차</a:t>
            </a:r>
            <a:endParaRPr lang="en-US" altLang="ko-KR" sz="2000" spc="-15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311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729" y="2287709"/>
            <a:ext cx="1758275" cy="28132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523" y="2287709"/>
            <a:ext cx="1742928" cy="278868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169" y="2296335"/>
            <a:ext cx="1742928" cy="2788685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621723" y="376169"/>
            <a:ext cx="8884585" cy="5737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293297" y="293300"/>
            <a:ext cx="1147313" cy="11473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1923" y="155278"/>
            <a:ext cx="1535502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02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15197" y="757802"/>
            <a:ext cx="1535502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04</a:t>
            </a:r>
          </a:p>
        </p:txBody>
      </p:sp>
      <p:cxnSp>
        <p:nvCxnSpPr>
          <p:cNvPr id="16" name="직선 연결선 15"/>
          <p:cNvCxnSpPr/>
          <p:nvPr/>
        </p:nvCxnSpPr>
        <p:spPr>
          <a:xfrm flipV="1">
            <a:off x="815197" y="757802"/>
            <a:ext cx="159588" cy="173851"/>
          </a:xfrm>
          <a:prstGeom prst="line">
            <a:avLst/>
          </a:prstGeom>
          <a:ln>
            <a:solidFill>
              <a:srgbClr val="82BB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106313" y="644672"/>
            <a:ext cx="3979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레이아</a:t>
            </a:r>
            <a:r>
              <a:rPr lang="ko-KR" altLang="en-US" sz="2000" spc="-150" dirty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웃</a:t>
            </a:r>
            <a:endParaRPr lang="en-US" altLang="ko-KR" sz="2000" spc="-15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72839" y="2232704"/>
            <a:ext cx="1924045" cy="281885"/>
          </a:xfrm>
          <a:prstGeom prst="rect">
            <a:avLst/>
          </a:prstGeom>
          <a:noFill/>
          <a:ln w="19050">
            <a:solidFill>
              <a:srgbClr val="2222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172839" y="2611329"/>
            <a:ext cx="1924045" cy="2515497"/>
          </a:xfrm>
          <a:prstGeom prst="rect">
            <a:avLst/>
          </a:prstGeom>
          <a:noFill/>
          <a:ln w="19050">
            <a:solidFill>
              <a:srgbClr val="2222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3032254" y="2373646"/>
            <a:ext cx="95410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179513"/>
            <a:r>
              <a:rPr lang="ko-KR" altLang="ko-KR" sz="1050" dirty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Header Area</a:t>
            </a:r>
            <a:endParaRPr lang="ko-KR" altLang="ko-KR" sz="1050" dirty="0"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3096884" y="2365018"/>
            <a:ext cx="396507" cy="1"/>
          </a:xfrm>
          <a:prstGeom prst="line">
            <a:avLst/>
          </a:prstGeom>
          <a:ln w="28575">
            <a:solidFill>
              <a:srgbClr val="222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/>
          <p:cNvSpPr/>
          <p:nvPr/>
        </p:nvSpPr>
        <p:spPr>
          <a:xfrm>
            <a:off x="3439809" y="2320975"/>
            <a:ext cx="88088" cy="8808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3096884" y="2752067"/>
            <a:ext cx="431013" cy="88088"/>
            <a:chOff x="4018394" y="1836523"/>
            <a:chExt cx="431013" cy="88088"/>
          </a:xfrm>
        </p:grpSpPr>
        <p:cxnSp>
          <p:nvCxnSpPr>
            <p:cNvPr id="35" name="직선 연결선 34"/>
            <p:cNvCxnSpPr/>
            <p:nvPr/>
          </p:nvCxnSpPr>
          <p:spPr>
            <a:xfrm>
              <a:off x="4018394" y="1880566"/>
              <a:ext cx="396507" cy="1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타원 35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Shape 341"/>
          <p:cNvSpPr>
            <a:spLocks noChangeArrowheads="1"/>
          </p:cNvSpPr>
          <p:nvPr/>
        </p:nvSpPr>
        <p:spPr bwMode="auto">
          <a:xfrm rot="5400000">
            <a:off x="7152439" y="3612701"/>
            <a:ext cx="2802638" cy="331787"/>
          </a:xfrm>
          <a:prstGeom prst="leftRightArrow">
            <a:avLst>
              <a:gd name="adj1" fmla="val 30731"/>
              <a:gd name="adj2" fmla="val 49799"/>
            </a:avLst>
          </a:prstGeom>
          <a:solidFill>
            <a:srgbClr val="D9D9D9">
              <a:alpha val="7411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0782" tIns="30782" rIns="30782" bIns="30782" anchor="ctr"/>
          <a:lstStyle/>
          <a:p>
            <a:pPr defTabSz="903288"/>
            <a:endParaRPr lang="ko-KR" altLang="ko-KR" sz="240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8562389" y="3128918"/>
            <a:ext cx="98296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03288"/>
            <a:r>
              <a:rPr lang="ko-KR" altLang="ko-KR" sz="900" dirty="0" smtClean="0">
                <a:latin typeface="나눔고딕" pitchFamily="50" charset="-127"/>
                <a:ea typeface="나눔고딕" pitchFamily="50" charset="-127"/>
                <a:sym typeface="나눔고딕" pitchFamily="50" charset="-127"/>
              </a:rPr>
              <a:t>상하 Flick,Scroll</a:t>
            </a:r>
            <a:endParaRPr lang="ko-KR" altLang="ko-KR" sz="900" dirty="0">
              <a:latin typeface="나눔고딕" pitchFamily="50" charset="-127"/>
              <a:ea typeface="나눔고딕" pitchFamily="50" charset="-127"/>
              <a:sym typeface="나눔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091310" y="2232704"/>
            <a:ext cx="679094" cy="2925181"/>
          </a:xfrm>
          <a:prstGeom prst="rect">
            <a:avLst/>
          </a:prstGeom>
          <a:noFill/>
          <a:ln w="19050">
            <a:solidFill>
              <a:srgbClr val="2222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2" name="그룹 41"/>
          <p:cNvGrpSpPr/>
          <p:nvPr/>
        </p:nvGrpSpPr>
        <p:grpSpPr>
          <a:xfrm rot="10800000">
            <a:off x="6078014" y="2688234"/>
            <a:ext cx="431013" cy="88088"/>
            <a:chOff x="4018394" y="1836523"/>
            <a:chExt cx="431013" cy="88088"/>
          </a:xfrm>
        </p:grpSpPr>
        <p:cxnSp>
          <p:nvCxnSpPr>
            <p:cNvPr id="43" name="직선 연결선 42"/>
            <p:cNvCxnSpPr/>
            <p:nvPr/>
          </p:nvCxnSpPr>
          <p:spPr>
            <a:xfrm>
              <a:off x="4018394" y="1880566"/>
              <a:ext cx="396507" cy="1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타원 43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직사각형 44"/>
          <p:cNvSpPr/>
          <p:nvPr/>
        </p:nvSpPr>
        <p:spPr>
          <a:xfrm>
            <a:off x="6509027" y="2500604"/>
            <a:ext cx="1870210" cy="2679310"/>
          </a:xfrm>
          <a:prstGeom prst="rect">
            <a:avLst/>
          </a:prstGeom>
          <a:noFill/>
          <a:ln w="19050">
            <a:solidFill>
              <a:srgbClr val="2222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5872992" y="2717092"/>
            <a:ext cx="72968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179513"/>
            <a:r>
              <a:rPr lang="ko-KR" altLang="ko-KR" sz="1050" dirty="0" smtClean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Contents</a:t>
            </a:r>
            <a:endParaRPr lang="en-US" altLang="ko-KR" sz="1050" dirty="0" smtClean="0"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  <a:p>
            <a:pPr defTabSz="1179513"/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 Area</a:t>
            </a:r>
            <a:endParaRPr lang="ko-KR" altLang="ko-KR" sz="1050" dirty="0"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  <p:sp>
        <p:nvSpPr>
          <p:cNvPr id="50" name="Shape 361"/>
          <p:cNvSpPr>
            <a:spLocks noChangeArrowheads="1"/>
          </p:cNvSpPr>
          <p:nvPr/>
        </p:nvSpPr>
        <p:spPr bwMode="auto">
          <a:xfrm>
            <a:off x="1837425" y="1773946"/>
            <a:ext cx="659239" cy="38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9094" tIns="39094" rIns="39094" bIns="39094">
            <a:spAutoFit/>
          </a:bodyPr>
          <a:lstStyle/>
          <a:p>
            <a:pPr defTabSz="579438"/>
            <a:r>
              <a:rPr lang="en-US" altLang="ko-KR" sz="2000" dirty="0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Main</a:t>
            </a:r>
            <a:endParaRPr lang="ko-KR" sz="2000" dirty="0">
              <a:solidFill>
                <a:srgbClr val="404040"/>
              </a:solidFill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  <p:sp>
        <p:nvSpPr>
          <p:cNvPr id="51" name="Shape 361"/>
          <p:cNvSpPr>
            <a:spLocks noChangeArrowheads="1"/>
          </p:cNvSpPr>
          <p:nvPr/>
        </p:nvSpPr>
        <p:spPr bwMode="auto">
          <a:xfrm>
            <a:off x="6885540" y="1845976"/>
            <a:ext cx="1117184" cy="38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9094" tIns="39094" rIns="39094" bIns="39094">
            <a:spAutoFit/>
          </a:bodyPr>
          <a:lstStyle/>
          <a:p>
            <a:pPr defTabSz="579438"/>
            <a:r>
              <a:rPr lang="en-US" altLang="ko-KR" sz="2000" dirty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C</a:t>
            </a:r>
            <a:r>
              <a:rPr lang="en-US" altLang="ko-KR" sz="2000" dirty="0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ontents</a:t>
            </a:r>
            <a:endParaRPr lang="ko-KR" sz="2000" dirty="0">
              <a:solidFill>
                <a:srgbClr val="404040"/>
              </a:solidFill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  <p:grpSp>
        <p:nvGrpSpPr>
          <p:cNvPr id="52" name="Group 404"/>
          <p:cNvGrpSpPr>
            <a:grpSpLocks/>
          </p:cNvGrpSpPr>
          <p:nvPr/>
        </p:nvGrpSpPr>
        <p:grpSpPr bwMode="auto">
          <a:xfrm>
            <a:off x="5435505" y="4684358"/>
            <a:ext cx="285750" cy="604838"/>
            <a:chOff x="0" y="0"/>
            <a:chExt cx="407365" cy="859136"/>
          </a:xfrm>
        </p:grpSpPr>
        <p:sp>
          <p:nvSpPr>
            <p:cNvPr id="53" name="Shape 402"/>
            <p:cNvSpPr>
              <a:spLocks noChangeArrowheads="1"/>
            </p:cNvSpPr>
            <p:nvPr/>
          </p:nvSpPr>
          <p:spPr bwMode="auto">
            <a:xfrm>
              <a:off x="12598" y="-1"/>
              <a:ext cx="226782" cy="21430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rgbClr val="EF4638"/>
              </a:solidFill>
              <a:miter lim="800000"/>
              <a:headEnd/>
              <a:tailEnd/>
            </a:ln>
          </p:spPr>
          <p:txBody>
            <a:bodyPr lIns="43781" tIns="43781" rIns="43781" bIns="43781" anchor="ctr"/>
            <a:lstStyle/>
            <a:p>
              <a:pPr defTabSz="903288"/>
              <a:endParaRPr lang="ko-KR" altLang="ko-KR" sz="2400">
                <a:latin typeface="맑은 고딕" pitchFamily="50" charset="-127"/>
                <a:ea typeface="맑은 고딕" pitchFamily="50" charset="-127"/>
                <a:sym typeface="맑은 고딕" pitchFamily="50" charset="-127"/>
              </a:endParaRPr>
            </a:p>
          </p:txBody>
        </p:sp>
        <p:pic>
          <p:nvPicPr>
            <p:cNvPr id="54" name="image5.pn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6185"/>
              <a:ext cx="407366" cy="752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</p:grpSp>
      <p:sp>
        <p:nvSpPr>
          <p:cNvPr id="55" name="직사각형 54"/>
          <p:cNvSpPr/>
          <p:nvPr/>
        </p:nvSpPr>
        <p:spPr>
          <a:xfrm>
            <a:off x="5406320" y="5211805"/>
            <a:ext cx="4459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179513"/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Click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!</a:t>
            </a:r>
            <a:endParaRPr lang="ko-KR" altLang="ko-KR" sz="1200" dirty="0"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033647" y="2787477"/>
            <a:ext cx="105670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179513"/>
            <a:r>
              <a:rPr lang="ko-KR" altLang="ko-KR" sz="1050" dirty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Contents </a:t>
            </a:r>
            <a:r>
              <a:rPr lang="en-US" altLang="ko-KR" sz="1050" dirty="0" smtClean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Area</a:t>
            </a:r>
            <a:endParaRPr lang="ko-KR" altLang="ko-KR" sz="1050" dirty="0"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  <p:grpSp>
        <p:nvGrpSpPr>
          <p:cNvPr id="57" name="그룹 56"/>
          <p:cNvGrpSpPr/>
          <p:nvPr/>
        </p:nvGrpSpPr>
        <p:grpSpPr>
          <a:xfrm rot="10800000">
            <a:off x="3727069" y="3369445"/>
            <a:ext cx="346683" cy="88088"/>
            <a:chOff x="4102724" y="1836523"/>
            <a:chExt cx="346683" cy="88088"/>
          </a:xfrm>
        </p:grpSpPr>
        <p:cxnSp>
          <p:nvCxnSpPr>
            <p:cNvPr id="58" name="직선 연결선 57"/>
            <p:cNvCxnSpPr/>
            <p:nvPr/>
          </p:nvCxnSpPr>
          <p:spPr>
            <a:xfrm rot="10800000" flipH="1">
              <a:off x="4102724" y="1880567"/>
              <a:ext cx="312176" cy="0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타원 58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1" name="직사각형 60"/>
          <p:cNvSpPr/>
          <p:nvPr/>
        </p:nvSpPr>
        <p:spPr>
          <a:xfrm>
            <a:off x="3318305" y="3402497"/>
            <a:ext cx="8643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179513"/>
            <a:r>
              <a:rPr lang="ko-KR" altLang="ko-KR" sz="1050" dirty="0"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Menu Area</a:t>
            </a:r>
          </a:p>
        </p:txBody>
      </p:sp>
      <p:sp>
        <p:nvSpPr>
          <p:cNvPr id="63" name="Shape 361"/>
          <p:cNvSpPr>
            <a:spLocks noChangeArrowheads="1"/>
          </p:cNvSpPr>
          <p:nvPr/>
        </p:nvSpPr>
        <p:spPr bwMode="auto">
          <a:xfrm>
            <a:off x="4605005" y="1773946"/>
            <a:ext cx="750610" cy="38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39094" tIns="39094" rIns="39094" bIns="39094">
            <a:spAutoFit/>
          </a:bodyPr>
          <a:lstStyle/>
          <a:p>
            <a:pPr defTabSz="579438"/>
            <a:r>
              <a:rPr lang="en-US" altLang="ko-KR" sz="2000" dirty="0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  <a:sym typeface="맑은 고딕" pitchFamily="50" charset="-127"/>
              </a:rPr>
              <a:t>Menu</a:t>
            </a:r>
            <a:endParaRPr lang="ko-KR" sz="2000" dirty="0">
              <a:solidFill>
                <a:srgbClr val="404040"/>
              </a:solidFill>
              <a:latin typeface="맑은 고딕" pitchFamily="50" charset="-127"/>
              <a:ea typeface="맑은 고딕" pitchFamily="50" charset="-127"/>
              <a:sym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33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21723" y="376169"/>
            <a:ext cx="8884585" cy="5737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93297" y="293300"/>
            <a:ext cx="1147313" cy="11473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1923" y="155278"/>
            <a:ext cx="1535502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03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15197" y="757802"/>
            <a:ext cx="1535502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04</a:t>
            </a:r>
          </a:p>
        </p:txBody>
      </p:sp>
      <p:cxnSp>
        <p:nvCxnSpPr>
          <p:cNvPr id="16" name="직선 연결선 15"/>
          <p:cNvCxnSpPr/>
          <p:nvPr/>
        </p:nvCxnSpPr>
        <p:spPr>
          <a:xfrm flipV="1">
            <a:off x="815197" y="757802"/>
            <a:ext cx="159588" cy="173851"/>
          </a:xfrm>
          <a:prstGeom prst="line">
            <a:avLst/>
          </a:prstGeom>
          <a:ln>
            <a:solidFill>
              <a:srgbClr val="82BB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-111487" y="655286"/>
            <a:ext cx="3979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색상</a:t>
            </a:r>
            <a:endParaRPr lang="en-US" altLang="ko-KR" sz="2000" spc="-15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727932" y="1712381"/>
            <a:ext cx="1492369" cy="457185"/>
          </a:xfrm>
          <a:prstGeom prst="rect">
            <a:avLst/>
          </a:prstGeom>
          <a:solidFill>
            <a:srgbClr val="EF4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5727932" y="2523249"/>
            <a:ext cx="1492369" cy="457185"/>
          </a:xfrm>
          <a:prstGeom prst="rect">
            <a:avLst/>
          </a:prstGeom>
          <a:solidFill>
            <a:srgbClr val="FFAE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727932" y="3321408"/>
            <a:ext cx="1492369" cy="457185"/>
          </a:xfrm>
          <a:prstGeom prst="rect">
            <a:avLst/>
          </a:prstGeom>
          <a:solidFill>
            <a:srgbClr val="D2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5727932" y="4090283"/>
            <a:ext cx="1492369" cy="4571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0800" y="5211719"/>
            <a:ext cx="819501" cy="8925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6403017" y="5634844"/>
            <a:ext cx="817283" cy="93737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254815" y="1800234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#EF4136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254815" y="2567175"/>
            <a:ext cx="97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</a:t>
            </a:r>
            <a:r>
              <a:rPr lang="en-US" altLang="ko-KR" dirty="0" smtClean="0"/>
              <a:t>FFAE09</a:t>
            </a:r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254815" y="3409261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#D23228</a:t>
            </a:r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254815" y="4178136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#FFFFFF</a:t>
            </a:r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254815" y="5134315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#222222</a:t>
            </a:r>
            <a:endParaRPr lang="ko-KR" alt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7254815" y="5574693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#FDE7D7</a:t>
            </a:r>
            <a:endParaRPr lang="ko-KR" altLang="en-US" sz="1400" dirty="0"/>
          </a:p>
        </p:txBody>
      </p:sp>
      <p:grpSp>
        <p:nvGrpSpPr>
          <p:cNvPr id="61" name="그룹 60"/>
          <p:cNvGrpSpPr/>
          <p:nvPr/>
        </p:nvGrpSpPr>
        <p:grpSpPr>
          <a:xfrm>
            <a:off x="4052898" y="1940856"/>
            <a:ext cx="1283216" cy="88088"/>
            <a:chOff x="3166191" y="1836523"/>
            <a:chExt cx="1283216" cy="88088"/>
          </a:xfrm>
        </p:grpSpPr>
        <p:cxnSp>
          <p:nvCxnSpPr>
            <p:cNvPr id="62" name="직선 연결선 61"/>
            <p:cNvCxnSpPr/>
            <p:nvPr/>
          </p:nvCxnSpPr>
          <p:spPr>
            <a:xfrm>
              <a:off x="3166191" y="1880567"/>
              <a:ext cx="1248710" cy="0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타원 62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4054434" y="2707797"/>
            <a:ext cx="1074656" cy="88088"/>
            <a:chOff x="3374751" y="1836523"/>
            <a:chExt cx="1074656" cy="88088"/>
          </a:xfrm>
        </p:grpSpPr>
        <p:cxnSp>
          <p:nvCxnSpPr>
            <p:cNvPr id="65" name="직선 연결선 64"/>
            <p:cNvCxnSpPr/>
            <p:nvPr/>
          </p:nvCxnSpPr>
          <p:spPr>
            <a:xfrm>
              <a:off x="3374751" y="1880567"/>
              <a:ext cx="1040150" cy="0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타원 65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3950926" y="3497227"/>
            <a:ext cx="997018" cy="88088"/>
            <a:chOff x="3452389" y="1836523"/>
            <a:chExt cx="997018" cy="88088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3452389" y="1880567"/>
              <a:ext cx="962512" cy="0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3907803" y="4230787"/>
            <a:ext cx="858995" cy="88088"/>
            <a:chOff x="3590412" y="1836523"/>
            <a:chExt cx="858995" cy="88088"/>
          </a:xfrm>
        </p:grpSpPr>
        <p:cxnSp>
          <p:nvCxnSpPr>
            <p:cNvPr id="71" name="직선 연결선 70"/>
            <p:cNvCxnSpPr/>
            <p:nvPr/>
          </p:nvCxnSpPr>
          <p:spPr>
            <a:xfrm>
              <a:off x="3590412" y="1880567"/>
              <a:ext cx="824489" cy="0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타원 71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46" y="1742551"/>
            <a:ext cx="2545053" cy="407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0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/>
          <p:cNvSpPr/>
          <p:nvPr/>
        </p:nvSpPr>
        <p:spPr>
          <a:xfrm>
            <a:off x="621723" y="376169"/>
            <a:ext cx="8884585" cy="5737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286830" y="293294"/>
            <a:ext cx="1147313" cy="11473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01923" y="155278"/>
            <a:ext cx="153550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04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15197" y="757802"/>
            <a:ext cx="153550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spc="-150" dirty="0" smtClean="0">
                <a:solidFill>
                  <a:schemeClr val="bg1"/>
                </a:solidFill>
                <a:latin typeface="산돌고딕B" pitchFamily="50" charset="-127"/>
                <a:ea typeface="산돌고딕B" pitchFamily="50" charset="-127"/>
              </a:rPr>
              <a:t>04</a:t>
            </a:r>
          </a:p>
        </p:txBody>
      </p:sp>
      <p:cxnSp>
        <p:nvCxnSpPr>
          <p:cNvPr id="16" name="직선 연결선 15"/>
          <p:cNvCxnSpPr/>
          <p:nvPr/>
        </p:nvCxnSpPr>
        <p:spPr>
          <a:xfrm flipV="1">
            <a:off x="815197" y="757802"/>
            <a:ext cx="159588" cy="173851"/>
          </a:xfrm>
          <a:prstGeom prst="line">
            <a:avLst/>
          </a:prstGeom>
          <a:ln>
            <a:solidFill>
              <a:srgbClr val="82BB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-8626" y="616484"/>
            <a:ext cx="3979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spc="-150" dirty="0" smtClean="0">
                <a:solidFill>
                  <a:srgbClr val="FF0000"/>
                </a:solidFill>
                <a:latin typeface="산돌고딕B" pitchFamily="50" charset="-127"/>
                <a:ea typeface="산돌고딕B" pitchFamily="50" charset="-127"/>
              </a:rPr>
              <a:t>폰트</a:t>
            </a:r>
            <a:endParaRPr lang="en-US" altLang="ko-KR" sz="2000" spc="-150" dirty="0" smtClean="0">
              <a:solidFill>
                <a:srgbClr val="FF0000"/>
              </a:solidFill>
              <a:latin typeface="산돌고딕B" pitchFamily="50" charset="-127"/>
              <a:ea typeface="산돌고딕B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55212" y="3415979"/>
            <a:ext cx="2051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나눔고딕 ExtraBold" pitchFamily="50" charset="-127"/>
                <a:ea typeface="나눔고딕 ExtraBold" pitchFamily="50" charset="-127"/>
              </a:rPr>
              <a:t>Heading1</a:t>
            </a:r>
            <a:endParaRPr lang="ko-KR" altLang="en-US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55212" y="3828276"/>
            <a:ext cx="1664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고딕 ExtraBold" pitchFamily="50" charset="-127"/>
                <a:ea typeface="나눔고딕 ExtraBold" pitchFamily="50" charset="-127"/>
              </a:rPr>
              <a:t>Heading1</a:t>
            </a:r>
            <a:endParaRPr lang="ko-KR" altLang="en-US" sz="1400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55212" y="4169480"/>
            <a:ext cx="13768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나눔고딕 ExtraBold" pitchFamily="50" charset="-127"/>
                <a:ea typeface="나눔고딕 ExtraBold" pitchFamily="50" charset="-127"/>
              </a:rPr>
              <a:t>Heading1</a:t>
            </a:r>
            <a:endParaRPr lang="ko-KR" altLang="en-US" sz="1100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55211" y="4461351"/>
            <a:ext cx="10894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 ExtraBold" pitchFamily="50" charset="-127"/>
                <a:ea typeface="나눔고딕 ExtraBold" pitchFamily="50" charset="-127"/>
              </a:rPr>
              <a:t>Heading1</a:t>
            </a:r>
            <a:endParaRPr lang="ko-KR" altLang="en-US" sz="800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59022" y="2988357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나눔고딕 ExtraBold" pitchFamily="50" charset="-127"/>
                <a:ea typeface="나눔고딕 ExtraBold" pitchFamily="50" charset="-127"/>
              </a:rPr>
              <a:t>나눔 고딕 </a:t>
            </a:r>
            <a:r>
              <a:rPr lang="en-US" altLang="ko-KR" dirty="0" err="1" smtClean="0">
                <a:latin typeface="나눔고딕 ExtraBold" pitchFamily="50" charset="-127"/>
                <a:ea typeface="나눔고딕 ExtraBold" pitchFamily="50" charset="-127"/>
              </a:rPr>
              <a:t>ExtraBold</a:t>
            </a:r>
            <a:endParaRPr lang="ko-KR" altLang="en-US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618" y="1742551"/>
            <a:ext cx="2545053" cy="4072084"/>
          </a:xfrm>
          <a:prstGeom prst="rect">
            <a:avLst/>
          </a:prstGeom>
        </p:spPr>
      </p:pic>
      <p:grpSp>
        <p:nvGrpSpPr>
          <p:cNvPr id="46" name="그룹 45"/>
          <p:cNvGrpSpPr/>
          <p:nvPr/>
        </p:nvGrpSpPr>
        <p:grpSpPr>
          <a:xfrm>
            <a:off x="4242671" y="3128979"/>
            <a:ext cx="1283216" cy="88088"/>
            <a:chOff x="3166191" y="1836523"/>
            <a:chExt cx="1283216" cy="88088"/>
          </a:xfrm>
        </p:grpSpPr>
        <p:cxnSp>
          <p:nvCxnSpPr>
            <p:cNvPr id="47" name="직선 연결선 46"/>
            <p:cNvCxnSpPr/>
            <p:nvPr/>
          </p:nvCxnSpPr>
          <p:spPr>
            <a:xfrm>
              <a:off x="3166191" y="1880567"/>
              <a:ext cx="1248710" cy="0"/>
            </a:xfrm>
            <a:prstGeom prst="line">
              <a:avLst/>
            </a:prstGeom>
            <a:ln w="28575">
              <a:solidFill>
                <a:srgbClr val="2222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타원 47"/>
            <p:cNvSpPr/>
            <p:nvPr/>
          </p:nvSpPr>
          <p:spPr>
            <a:xfrm>
              <a:off x="4361319" y="1836523"/>
              <a:ext cx="88088" cy="8808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121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1829</TotalTime>
  <Words>71</Words>
  <Application>Microsoft Office PowerPoint</Application>
  <PresentationFormat>A4 용지(210x297mm)</PresentationFormat>
  <Paragraphs>47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HOME</dc:creator>
  <cp:lastModifiedBy>Windows 사용자</cp:lastModifiedBy>
  <cp:revision>453</cp:revision>
  <dcterms:created xsi:type="dcterms:W3CDTF">2017-09-07T10:48:07Z</dcterms:created>
  <dcterms:modified xsi:type="dcterms:W3CDTF">2018-08-29T08:17:04Z</dcterms:modified>
</cp:coreProperties>
</file>